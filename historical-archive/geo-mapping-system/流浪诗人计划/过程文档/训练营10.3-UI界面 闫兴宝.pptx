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1" r:id="rId3"/>
    <p:sldId id="291" r:id="rId5"/>
  </p:sldIdLst>
  <p:sldSz cx="12192000" cy="6858000" type="screen4x3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378" y="96"/>
      </p:cViewPr>
      <p:guideLst>
        <p:guide orient="horz" pos="2105"/>
        <p:guide pos="38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2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541E6-FD60-47DD-9595-423AC9A2AA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63891c3b-c809-4939-950c-d1bc914dcfba</a:t>
            </a:r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347A532-8F97-4EAE-B25A-256BA1CB81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</p:nvPr>
        </p:nvSpPr>
        <p:spPr>
          <a:xfrm>
            <a:off x="669925" y="1130299"/>
            <a:ext cx="10852150" cy="2379663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/>
          <p:nvPr>
            <p:ph type="subTitle" idx="1"/>
          </p:nvPr>
        </p:nvSpPr>
        <p:spPr>
          <a:xfrm>
            <a:off x="669925" y="3602038"/>
            <a:ext cx="1085215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9" name="灯片编号占位符 8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669925" y="1130300"/>
            <a:ext cx="10850563" cy="343217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 hasCustomPrompt="1"/>
          </p:nvPr>
        </p:nvSpPr>
        <p:spPr>
          <a:xfrm>
            <a:off x="669925" y="4589463"/>
            <a:ext cx="10850563" cy="150018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240463"/>
            <a:ext cx="121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10" name="灯片编号占位符 9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sz="half" idx="1" hasCustomPrompt="1"/>
          </p:nvPr>
        </p:nvSpPr>
        <p:spPr>
          <a:xfrm>
            <a:off x="669925" y="1130300"/>
            <a:ext cx="5349875" cy="5046663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sz="half" idx="2" hasCustomPrompt="1"/>
          </p:nvPr>
        </p:nvSpPr>
        <p:spPr>
          <a:xfrm>
            <a:off x="6172200" y="1130300"/>
            <a:ext cx="5348288" cy="5046663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" name="日期占位符 7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10" name="灯片编号占位符 9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669925" y="1"/>
            <a:ext cx="10850563" cy="10287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 hasCustomPrompt="1"/>
          </p:nvPr>
        </p:nvSpPr>
        <p:spPr>
          <a:xfrm>
            <a:off x="669926" y="1137955"/>
            <a:ext cx="53276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sz="half" idx="2" hasCustomPrompt="1"/>
          </p:nvPr>
        </p:nvSpPr>
        <p:spPr>
          <a:xfrm>
            <a:off x="669926" y="1961867"/>
            <a:ext cx="5327650" cy="417540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/>
          <p:nvPr>
            <p:ph type="body" sz="quarter" idx="3" hasCustomPrompt="1"/>
          </p:nvPr>
        </p:nvSpPr>
        <p:spPr>
          <a:xfrm>
            <a:off x="6172200" y="1137955"/>
            <a:ext cx="53482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内容占位符 5"/>
          <p:cNvSpPr/>
          <p:nvPr>
            <p:ph sz="quarter" idx="4" hasCustomPrompt="1"/>
          </p:nvPr>
        </p:nvSpPr>
        <p:spPr>
          <a:xfrm>
            <a:off x="6172200" y="1961867"/>
            <a:ext cx="5348288" cy="417540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6240463"/>
            <a:ext cx="121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期占位符 10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13" name="灯片编号占位符 12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5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页脚占位符 6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8" name="灯片编号占位符 7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669924" y="1130299"/>
            <a:ext cx="4879849" cy="1195387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/>
          <p:nvPr>
            <p:ph idx="1" hasCustomPrompt="1"/>
          </p:nvPr>
        </p:nvSpPr>
        <p:spPr>
          <a:xfrm>
            <a:off x="5884752" y="1130299"/>
            <a:ext cx="5635736" cy="500697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/>
          <p:nvPr>
            <p:ph type="body" sz="half" idx="2" hasCustomPrompt="1"/>
          </p:nvPr>
        </p:nvSpPr>
        <p:spPr>
          <a:xfrm>
            <a:off x="669924" y="2325687"/>
            <a:ext cx="4879849" cy="381158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240463"/>
            <a:ext cx="121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日期占位符 8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0" name="页脚占位符 9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11" name="灯片编号占位符 10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669924" y="1130300"/>
            <a:ext cx="4716887" cy="119870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/>
          <p:nvPr>
            <p:ph type="pic" idx="1"/>
          </p:nvPr>
        </p:nvSpPr>
        <p:spPr>
          <a:xfrm>
            <a:off x="5712737" y="1130300"/>
            <a:ext cx="5807750" cy="50102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/>
          <p:nvPr>
            <p:ph type="body" sz="half" idx="2" hasCustomPrompt="1"/>
          </p:nvPr>
        </p:nvSpPr>
        <p:spPr>
          <a:xfrm>
            <a:off x="669924" y="2329004"/>
            <a:ext cx="4716887" cy="381158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8" name="日期占位符 7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10" name="灯片编号占位符 9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/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9" name="灯片编号占位符 8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/>
          <p:nvPr>
            <p:ph type="title" orient="vert"/>
          </p:nvPr>
        </p:nvSpPr>
        <p:spPr>
          <a:xfrm>
            <a:off x="8610600" y="1130300"/>
            <a:ext cx="2909888" cy="5006976"/>
          </a:xfrm>
        </p:spPr>
        <p:txBody>
          <a:bodyPr vert="eaVert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/>
          <p:nvPr>
            <p:ph type="body" orient="vert" idx="1" hasCustomPrompt="1"/>
          </p:nvPr>
        </p:nvSpPr>
        <p:spPr>
          <a:xfrm>
            <a:off x="669925" y="1130300"/>
            <a:ext cx="7731691" cy="5006976"/>
          </a:xfrm>
        </p:spPr>
        <p:txBody>
          <a:bodyPr vert="eaVert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/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Design by ZXSlide</a:t>
            </a:r>
            <a:endParaRPr lang="en-US" altLang="zh-CN" dirty="0"/>
          </a:p>
        </p:txBody>
      </p:sp>
      <p:sp>
        <p:nvSpPr>
          <p:cNvPr id="9" name="灯片编号占位符 8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 flipV="1"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28000"/>
            </a:blip>
            <a:srcRect/>
            <a:stretch>
              <a:fillRect t="-86945" r="-80000" b="-13305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/>
          <p:nvPr>
            <p:ph type="title"/>
          </p:nvPr>
        </p:nvSpPr>
        <p:spPr>
          <a:xfrm>
            <a:off x="669925" y="12041"/>
            <a:ext cx="10850563" cy="10166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669925" y="1130301"/>
            <a:ext cx="10850563" cy="5006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2"/>
          </p:nvPr>
        </p:nvSpPr>
        <p:spPr>
          <a:xfrm>
            <a:off x="4640263" y="6238875"/>
            <a:ext cx="2911475" cy="234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BD64DDA-889D-445C-80D1-F847FC16EC4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/>
          <p:nvPr>
            <p:ph type="ftr" sz="quarter" idx="3"/>
          </p:nvPr>
        </p:nvSpPr>
        <p:spPr>
          <a:xfrm>
            <a:off x="669925" y="6238875"/>
            <a:ext cx="3422241" cy="234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Design by </a:t>
            </a:r>
            <a:r>
              <a:rPr lang="en-US" altLang="zh-CN" dirty="0" err="1"/>
              <a:t>ZXSlide</a:t>
            </a:r>
            <a:endParaRPr lang="en-US" altLang="zh-CN" dirty="0"/>
          </a:p>
        </p:txBody>
      </p:sp>
      <p:sp>
        <p:nvSpPr>
          <p:cNvPr id="6" name="灯片编号占位符 5"/>
          <p:cNvSpPr/>
          <p:nvPr>
            <p:ph type="sldNum" sz="quarter" idx="4"/>
          </p:nvPr>
        </p:nvSpPr>
        <p:spPr>
          <a:xfrm>
            <a:off x="8610600" y="6238875"/>
            <a:ext cx="2909888" cy="234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0" y="6240463"/>
            <a:ext cx="121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搜索后</a:t>
            </a:r>
            <a:r>
              <a:rPr lang="en-US" altLang="zh-CN" dirty="0"/>
              <a:t>-</a:t>
            </a:r>
            <a:r>
              <a:rPr lang="zh-CN" altLang="en-US" dirty="0"/>
              <a:t>宏观</a:t>
            </a:r>
            <a:r>
              <a:rPr lang="zh-CN" altLang="en-US" dirty="0"/>
              <a:t>展示界面</a:t>
            </a:r>
            <a:endParaRPr lang="zh-CN" altLang="en-US" dirty="0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185" y="1028700"/>
            <a:ext cx="11008360" cy="560197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74040" y="5902960"/>
            <a:ext cx="622300" cy="279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上一个</a:t>
            </a:r>
            <a:endParaRPr lang="zh-CN" altLang="en-US" sz="1000"/>
          </a:p>
        </p:txBody>
      </p:sp>
      <p:sp>
        <p:nvSpPr>
          <p:cNvPr id="8" name="矩形 7"/>
          <p:cNvSpPr/>
          <p:nvPr/>
        </p:nvSpPr>
        <p:spPr>
          <a:xfrm>
            <a:off x="3267075" y="5907405"/>
            <a:ext cx="622300" cy="29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下一个</a:t>
            </a:r>
            <a:endParaRPr lang="zh-CN" altLang="en-US" sz="1000"/>
          </a:p>
        </p:txBody>
      </p:sp>
      <p:sp>
        <p:nvSpPr>
          <p:cNvPr id="10" name="矩形 9"/>
          <p:cNvSpPr/>
          <p:nvPr/>
        </p:nvSpPr>
        <p:spPr>
          <a:xfrm>
            <a:off x="563880" y="1507490"/>
            <a:ext cx="3289935" cy="1258570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74040" y="2837815"/>
            <a:ext cx="3289935" cy="3361055"/>
          </a:xfrm>
          <a:prstGeom prst="rect">
            <a:avLst/>
          </a:prstGeom>
          <a:noFill/>
          <a:ln w="57150"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4840605" y="4412615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605020" y="4542790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5058410" y="5144770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4350385" y="5175885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4480560" y="5269230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5871210" y="4667250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6709410" y="5051425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6430645" y="5907405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6355715" y="3063875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7075805" y="2933700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7553960" y="3604260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7932420" y="3839845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7895590" y="4144010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7932420" y="4498975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8552815" y="4834255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8335645" y="4288155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6765290" y="4498975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6355715" y="4354195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5836285" y="3882390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5593715" y="3728720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6146165" y="3008630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6765290" y="3604260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7150100" y="3882390"/>
            <a:ext cx="124460" cy="1244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889375" y="1812925"/>
            <a:ext cx="2138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诗人信息（图片、介绍）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82445" y="462343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节点详情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19930" y="554355"/>
            <a:ext cx="2087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固定高度</a:t>
            </a:r>
            <a:r>
              <a:rPr lang="en-US" altLang="zh-CN"/>
              <a:t>-</a:t>
            </a:r>
            <a:r>
              <a:rPr lang="zh-CN" altLang="en-US"/>
              <a:t>宏观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56880" y="3188335"/>
            <a:ext cx="219837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>
                <a:solidFill>
                  <a:schemeClr val="bg1"/>
                </a:solidFill>
              </a:rPr>
              <a:t>pin</a:t>
            </a:r>
            <a:r>
              <a:rPr lang="zh-CN" altLang="en-US" sz="1400">
                <a:solidFill>
                  <a:schemeClr val="bg1"/>
                </a:solidFill>
              </a:rPr>
              <a:t>点标注（</a:t>
            </a:r>
            <a:r>
              <a:rPr lang="zh-CN" altLang="en-US" sz="1400">
                <a:solidFill>
                  <a:schemeClr val="bg1"/>
                </a:solidFill>
              </a:rPr>
              <a:t>图标、地名）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689975" y="4412615"/>
            <a:ext cx="2494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底图标注（国界、行政</a:t>
            </a:r>
            <a:r>
              <a:rPr lang="zh-CN" altLang="en-US" sz="1400">
                <a:solidFill>
                  <a:schemeClr val="bg1"/>
                </a:solidFill>
              </a:rPr>
              <a:t>区划）</a:t>
            </a:r>
            <a:endParaRPr lang="zh-CN" altLang="en-US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66420" y="1201420"/>
            <a:ext cx="10871200" cy="5532120"/>
          </a:xfrm>
          <a:prstGeom prst="rect">
            <a:avLst/>
          </a:prstGeom>
        </p:spPr>
      </p:pic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微观详情</a:t>
            </a:r>
            <a:r>
              <a:rPr lang="en-US" altLang="zh-CN" dirty="0"/>
              <a:t>-</a:t>
            </a:r>
            <a:r>
              <a:rPr lang="zh-CN" altLang="en-US" dirty="0"/>
              <a:t>三维展示</a:t>
            </a:r>
            <a:r>
              <a:rPr lang="zh-CN" altLang="en-US" dirty="0"/>
              <a:t>界面</a:t>
            </a:r>
            <a:endParaRPr lang="zh-CN" altLang="en-US" dirty="0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Page </a:t>
            </a:r>
            <a:fld id="{BF7EEEA4-6240-46DC-871F-E8664AB39C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74040" y="5902960"/>
            <a:ext cx="622300" cy="279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上一个</a:t>
            </a:r>
            <a:endParaRPr lang="zh-CN" altLang="en-US" sz="1000"/>
          </a:p>
        </p:txBody>
      </p:sp>
      <p:sp>
        <p:nvSpPr>
          <p:cNvPr id="8" name="矩形 7"/>
          <p:cNvSpPr/>
          <p:nvPr/>
        </p:nvSpPr>
        <p:spPr>
          <a:xfrm>
            <a:off x="3267075" y="5907405"/>
            <a:ext cx="622300" cy="29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下一个</a:t>
            </a:r>
            <a:endParaRPr lang="zh-CN" altLang="en-US" sz="1000"/>
          </a:p>
        </p:txBody>
      </p:sp>
      <p:sp>
        <p:nvSpPr>
          <p:cNvPr id="10" name="矩形 9"/>
          <p:cNvSpPr/>
          <p:nvPr/>
        </p:nvSpPr>
        <p:spPr>
          <a:xfrm>
            <a:off x="563880" y="1507490"/>
            <a:ext cx="3289935" cy="1054735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74040" y="2633980"/>
            <a:ext cx="3289935" cy="3564890"/>
          </a:xfrm>
          <a:prstGeom prst="rect">
            <a:avLst/>
          </a:prstGeom>
          <a:noFill/>
          <a:ln w="57150"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360" y="4314190"/>
            <a:ext cx="3350260" cy="2474595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3958590" y="3275330"/>
            <a:ext cx="31470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>
                <a:solidFill>
                  <a:schemeClr val="bg1"/>
                </a:solidFill>
              </a:rPr>
              <a:t>polyline</a:t>
            </a:r>
            <a:r>
              <a:rPr lang="zh-CN" altLang="en-US" sz="1400">
                <a:solidFill>
                  <a:schemeClr val="bg1"/>
                </a:solidFill>
              </a:rPr>
              <a:t>：视觉强调（高亮</a:t>
            </a:r>
            <a:r>
              <a:rPr lang="en-US" altLang="zh-CN" sz="1400">
                <a:solidFill>
                  <a:schemeClr val="bg1"/>
                </a:solidFill>
              </a:rPr>
              <a:t>/</a:t>
            </a:r>
            <a:r>
              <a:rPr lang="zh-CN" altLang="en-US" sz="1400">
                <a:solidFill>
                  <a:schemeClr val="bg1"/>
                </a:solidFill>
              </a:rPr>
              <a:t>动态</a:t>
            </a:r>
            <a:r>
              <a:rPr lang="zh-CN" altLang="en-US" sz="1400">
                <a:solidFill>
                  <a:schemeClr val="bg1"/>
                </a:solidFill>
              </a:rPr>
              <a:t>虚线）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957060" y="3877310"/>
            <a:ext cx="14579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>
                <a:solidFill>
                  <a:schemeClr val="bg1"/>
                </a:solidFill>
              </a:rPr>
              <a:t>point</a:t>
            </a:r>
            <a:r>
              <a:rPr lang="zh-CN" altLang="en-US" sz="1400">
                <a:solidFill>
                  <a:schemeClr val="bg1"/>
                </a:solidFill>
              </a:rPr>
              <a:t>：信息</a:t>
            </a:r>
            <a:r>
              <a:rPr lang="zh-CN" altLang="en-US" sz="1400">
                <a:solidFill>
                  <a:schemeClr val="bg1"/>
                </a:solidFill>
              </a:rPr>
              <a:t>标注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场景</a:t>
            </a:r>
            <a:r>
              <a:rPr lang="zh-CN" altLang="en-US" sz="1400">
                <a:solidFill>
                  <a:schemeClr val="bg1"/>
                </a:solidFill>
              </a:rPr>
              <a:t>区别？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6393815" y="4184015"/>
            <a:ext cx="652145" cy="192405"/>
          </a:xfrm>
          <a:prstGeom prst="ellipse">
            <a:avLst/>
          </a:prstGeom>
          <a:solidFill>
            <a:schemeClr val="accent2">
              <a:alpha val="48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9770,&quot;width&quot;:19200}"/>
</p:tagLst>
</file>

<file path=ppt/tags/tag2.xml><?xml version="1.0" encoding="utf-8"?>
<p:tagLst xmlns:p="http://schemas.openxmlformats.org/presentationml/2006/main">
  <p:tag name="COMMONDATA" val="eyJjb3VudCI6NywiaGRpZCI6IjA0YjVjOGU0ZDMzMWVjMzNiMTA3OTc1NDY5NzgzZTcwIiwidXNlckNvdW50Ijo3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57AA"/>
      </a:accent1>
      <a:accent2>
        <a:srgbClr val="FE7B01"/>
      </a:accent2>
      <a:accent3>
        <a:srgbClr val="527EA7"/>
      </a:accent3>
      <a:accent4>
        <a:srgbClr val="FB971C"/>
      </a:accent4>
      <a:accent5>
        <a:srgbClr val="0151AA"/>
      </a:accent5>
      <a:accent6>
        <a:srgbClr val="3B3B3B"/>
      </a:accent6>
      <a:hlink>
        <a:srgbClr val="4472C4"/>
      </a:hlink>
      <a:folHlink>
        <a:srgbClr val="BFBFBF"/>
      </a:folHlink>
    </a:clrScheme>
    <a:fontScheme name="rkrqb1d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175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WPS 演示</Application>
  <PresentationFormat>宽屏</PresentationFormat>
  <Paragraphs>31</Paragraphs>
  <Slides>2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等线</vt:lpstr>
      <vt:lpstr>Calibri</vt:lpstr>
      <vt:lpstr>Office 主题​​</vt:lpstr>
      <vt:lpstr>1 搜索后-宏观展示界面</vt:lpstr>
      <vt:lpstr>2 微观详情-三维展示界面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Black Omahawk</dc:creator>
  <cp:lastModifiedBy>Black Omahawk</cp:lastModifiedBy>
  <cp:revision>18</cp:revision>
  <dcterms:created xsi:type="dcterms:W3CDTF">1900-01-01T00:00:00Z</dcterms:created>
  <dcterms:modified xsi:type="dcterms:W3CDTF">2022-10-09T04:06:41Z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KSOTemplateUUID">
    <vt:lpwstr>v1.0_mb_Bo8foXNFzSMQgqd67K050Q==</vt:lpwstr>
  </property>
  <property fmtid="{D5CDD505-2E9C-101B-9397-08002B2CF9AE}" pid="4" name="ICV">
    <vt:lpwstr>29F8134B9A144BB88C8F87A5499B612D</vt:lpwstr>
  </property>
</Properties>
</file>